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CONCEITO · REUNIÃO DE SÓCIOS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18288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EXRS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FE0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motor por trás do Método Aurora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de dado real numa rede de óticas — o que a call de 30 minutos nunca vê.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reunião: validar o método e o fosso competitivo.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mercado chama de “diagnóstico”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da concorrência (Berry e similares), na prática: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05740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gratuita de 30 min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3337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SDR e um “especialista” apontam o óbvio: controle estoque, venda mais, faça tráfego.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05740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Planilha + template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3337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5 reuniões olhando anúncios. Você sai com dever de casa, não com respostas.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737360"/>
            <a:ext cx="3611880" cy="2743200"/>
          </a:xfrm>
          <a:prstGeom prst="roundRect">
            <a:avLst>
              <a:gd name="adj" fmla="val 30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205740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5048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de tráfego pago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85048" y="33375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“Para executar, contrate o serviço à parte” — mais R$ 2.000/mês. As taxas de mídia matam a PME.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89204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impossível saber a verdade de uma loja — e da equipe de vendas — por uma conversa rápida por vídeo.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Aurora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FE0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Consultoria de palco olha para o que você quer vender.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880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Nós olhamos para o dinheiro que você já perdeu na gaveta.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raio-x é pago e entrega o resultado dos exames — não um diagnóstico grátis que é só reunião de venda disfarçada. Essa escolha é, ao mesmo tempo, o método e o fosso.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EXRS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motor híbrido que lê o histórico da loja e devolve o retrato honesto do negócio.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440680" cy="3383280"/>
          </a:xfrm>
          <a:prstGeom prst="roundRect">
            <a:avLst>
              <a:gd name="adj" fmla="val 2432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determinística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fórmulas (Python/Node).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dado, mesmo laudo — reproduzível e auditável. Churn, margem real, estoque morto, GMROI, RFM: cada número tem entra→sai e critério de aceitação.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783080"/>
            <a:ext cx="5440680" cy="3383280"/>
          </a:xfrm>
          <a:prstGeom prst="roundRect">
            <a:avLst>
              <a:gd name="adj" fmla="val 2432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10312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2121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probabilística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padrão e linguagem.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contexto, prioriza a fila do dia e traduz o laudo em ação — onde a regra sozinha não chega. O humano decide; a máquina tira o trabalho braçal.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 onde o risco é regrável; humano onde é relacional ou inédito. Essa régua é o que a “IA de prateleira” da concorrência não tem.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testamos o motor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Rodamos o EXRS numa rede de óticas simulada — dados com o formato e o ruído do mundo real.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21408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5528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realista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95528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Vendas, clientes, estoque, compras e financeiro de uma rede — com a bagunça que toda loja tem.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2121408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90288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Gabarito + semente fixa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90288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Plantamos anomalias conhecidas e versionadas. Sabemos exatamente o que o motor deveria achar.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2440" y="1828800"/>
            <a:ext cx="3611880" cy="2651760"/>
          </a:xfrm>
          <a:prstGeom prst="roundRect">
            <a:avLst>
              <a:gd name="adj" fmla="val 3103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85048" y="2121408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6" name="Text 14"/>
          <p:cNvSpPr/>
          <p:nvPr/>
        </p:nvSpPr>
        <p:spPr>
          <a:xfrm>
            <a:off x="83850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5048" y="2743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 no ruído, não no limpo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85048" y="3291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limpa dá falsa confiança. Falso positivo é pior que achado faltando.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seguir: o que o motor achou — separando o que é fato medido do que ainda é cenário a validar no piloto.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soco: o dinheiro parado e o prejuízo escondido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Achados que não dependem de cadastro — e que mais chocam o dono.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6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R$ 28.800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capital preso em estoque morto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4892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SKUs sem movimento há ~250 dias. Caixa enterrado na gaveta que o motor lista para liberar.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A638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SKUs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492240" y="3154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vendidos no prejuízo, sem ninguém perceber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36576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R$ 200, custo R$ 190 — margem negativa antes de imposto e comissão. Faturar assim é acelerar a falência.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 medido, direto do dado da loja. Antes de acelerar a venda, estancamos a sangria.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balde furado: clientes escapando em silêncio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a concorrência manda gastar no Google, o motor reativa quem já confia na loja.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clientes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77240" y="31089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churn invisível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4892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Detectados pelo ciclo da PRÓPRIA loja (~180 dias), não por régua genérica: pararam de voltar há 300–360 dias. Fila de resgate automática.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21488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65,8%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49224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attach de solar — o resto é receita latente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3611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compraram grau e saíram sem solar. Venda que já estava ali. Quanto disso converte é cenário a calibrar no piloto.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52578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C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= fato medido. A conversão da receita latente = cenário ajustável — nunca vendido como promessa fechada.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Metas que nascem da própria loja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maior trunfo do método: nunca trazemos meta pronta da Avenida Paulista.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95528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Ticket Ideal (TMI)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" y="29260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alvo de cada venda vem dos melhores dias da própria loja — e é justo pelo mix: quem atende multifocal tem meta diferente de quem atende grau simples.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97680" y="182880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Derive, não chute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90288" y="29260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há dado, o número é derivado. Onde é projeção de futuro, é assumido e rotulado como cenário. Nunca fingimos que derivamos um palpite.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92440" y="1828800"/>
            <a:ext cx="3611880" cy="3291840"/>
          </a:xfrm>
          <a:prstGeom prst="roundRect">
            <a:avLst>
              <a:gd name="adj" fmla="val 25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85048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Justiça na equipe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5048" y="29260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vendedor que converte mas não cadastra (o “lobo solitário”) é penalizado apesar de vender — porque deixa a loja cega para a recompra.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53492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concorrência atacar isso, expõe o próprio modelo de “tamanho único”.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de que o motor é honesto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143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separa a Aurora de um wrapper de IA gerando relatório bonito.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8600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2029968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Achou o que devia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2029968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anomalias plantadas — churn, estoque morto, margem negativa, vazamento de tendência — foram detectadas contra o gabarito.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319272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776472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76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520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Rejeitou o falso positivo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120640" y="3520440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queda sazonal do solar (pico dez–fev) NÃO foi tratada como problema. O motor distingue sazonalidade de anomalia.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02920" y="4809744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266944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501091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teste pegou 2 bugs reais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501091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no ruído expôs 2 falhas de produção que uma fixture limpa esconderia. Corrigidas antes de qualquer cliente ver.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4C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fosso: por que a Berry não copia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atacar o nosso modelo, a concorrência teria que destruir o próprio.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10403E"/>
          </a:solidFill>
          <a:ln w="12700">
            <a:solidFill>
              <a:srgbClr val="1C7C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diagnóstico grátis é parede de carga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004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máquina de leads que justifica os 24% de royalty sobre 170–200 franqueados. Cobrar pelo raio-x mataria o volume de leads — o produto que o franqueado compra.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2011680"/>
            <a:ext cx="5440680" cy="2651760"/>
          </a:xfrm>
          <a:prstGeom prst="roundRect">
            <a:avLst>
              <a:gd name="adj" fmla="val 3103"/>
            </a:avLst>
          </a:prstGeom>
          <a:solidFill>
            <a:srgbClr val="10403E"/>
          </a:solidFill>
          <a:ln w="12700">
            <a:solidFill>
              <a:srgbClr val="1C7C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2860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B87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economia não aguenta a profundidade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0" y="3200400"/>
            <a:ext cx="4892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apertada + modelo de volume exige custo por cliente microscópico: call de 30 min, não auditoria que fala com a equipe e escava o dado morto.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074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Honestidade: o fosso vale contra o modelo instalado dos incumbentes — não contra um entrante novo. Vendemos com essa precisão.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pedimos desta reunião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645920"/>
            <a:ext cx="5440680" cy="2926080"/>
          </a:xfrm>
          <a:prstGeom prst="roundRect">
            <a:avLst>
              <a:gd name="adj" fmla="val 2813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0F4C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Validar o método e o fosso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4892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que a auditoria de dado real + metas biológicas + retenção sustentam a tese — e que o EXRS já prova isso na prática.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2926080"/>
          </a:xfrm>
          <a:prstGeom prst="roundRect">
            <a:avLst>
              <a:gd name="adj" fmla="val 2813"/>
            </a:avLst>
          </a:prstGeom>
          <a:solidFill>
            <a:srgbClr val="EEF3F2"/>
          </a:solidFill>
          <a:ln w="12700">
            <a:solidFill>
              <a:srgbClr val="D8E0DE"/>
            </a:solidFill>
            <a:prstDash val="solid"/>
          </a:ln>
          <a:effectLst>
            <a:outerShdw sx="100000" sy="100000" kx="0" ky="0" algn="bl" rotWithShape="0" blurRad="101600" dist="38100" dir="5400000">
              <a:srgbClr val="9BB0AC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965960"/>
            <a:ext cx="457200" cy="457200"/>
          </a:xfrm>
          <a:prstGeom prst="ellipse">
            <a:avLst/>
          </a:prstGeom>
          <a:solidFill>
            <a:srgbClr val="B87333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Definir o piloto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3200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4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a primeira ótica, o prazo e o critério de sucesso. Provar valor em uma loja antes de levar à rede.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5029200"/>
            <a:ext cx="11155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1C7C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trazemos uma fórmula pronta. Trazemos um motor que lê a verdade da loja — e uma forma de entrar no mercado que a concorrência não consegue copiar sem se ferir.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7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</a:t>
            </a:r>
            <a:pPr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EXRS — motor do método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2026-07-13T15:22:04Z</dcterms:created>
  <dcterms:modified xsi:type="dcterms:W3CDTF">2026-07-13T15:22:04Z</dcterms:modified>
</cp:coreProperties>
</file>